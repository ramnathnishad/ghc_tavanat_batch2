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03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9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9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46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5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63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7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0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42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0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FF765-7B3F-4BDB-946C-62DDE0678AD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38BF5-3B9A-483E-903B-5D3E43FC5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6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MCP(Model-Context-Protocol)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06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620688"/>
            <a:ext cx="3917019" cy="49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44824"/>
            <a:ext cx="7516332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1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7311862" cy="3741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787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8090575" cy="345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4941168"/>
            <a:ext cx="8229600" cy="1184995"/>
          </a:xfrm>
        </p:spPr>
        <p:txBody>
          <a:bodyPr/>
          <a:lstStyle/>
          <a:p>
            <a:r>
              <a:rPr lang="en-IN" dirty="0" smtClean="0"/>
              <a:t>The problem of Context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50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7748162" cy="3539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05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96" y="1196752"/>
            <a:ext cx="7814704" cy="3467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581128"/>
            <a:ext cx="14938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0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17232"/>
            <a:ext cx="8229600" cy="608931"/>
          </a:xfrm>
        </p:spPr>
        <p:txBody>
          <a:bodyPr/>
          <a:lstStyle/>
          <a:p>
            <a:r>
              <a:rPr lang="en-IN" dirty="0" smtClean="0"/>
              <a:t>Context is scattered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7423293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57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4725144"/>
            <a:ext cx="8229600" cy="536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/>
              <a:t>Scaling problem</a:t>
            </a:r>
            <a:endParaRPr lang="en-IN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124744"/>
            <a:ext cx="7971769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993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8386998" cy="3558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2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21362"/>
            <a:ext cx="6408712" cy="455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813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429223" cy="347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52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8640661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581128"/>
            <a:ext cx="610393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301208"/>
            <a:ext cx="4297363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318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534476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5" y="1628800"/>
            <a:ext cx="2484437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27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603873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2348880"/>
            <a:ext cx="1120775" cy="198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28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4658871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829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6672"/>
            <a:ext cx="5128704" cy="52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62" y="1412776"/>
            <a:ext cx="4389683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473626"/>
            <a:ext cx="2835275" cy="180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86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4680520" cy="4309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420888"/>
            <a:ext cx="2919413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71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2865368" cy="3299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196752"/>
            <a:ext cx="4716463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3436715"/>
            <a:ext cx="12414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44286"/>
            <a:ext cx="1512168" cy="106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34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085556" cy="3497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818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78" y="1844824"/>
            <a:ext cx="7168114" cy="3489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749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8856984" cy="3816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24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</Words>
  <Application>Microsoft Office PowerPoint</Application>
  <PresentationFormat>On-screen Show (4:3)</PresentationFormat>
  <Paragraphs>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MCP(Model-Context-Protocol)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MCP(Model-Context-Protocol)</dc:title>
  <dc:creator>Ramnath Nishad</dc:creator>
  <cp:lastModifiedBy>Ramnath Nishad</cp:lastModifiedBy>
  <cp:revision>6</cp:revision>
  <dcterms:created xsi:type="dcterms:W3CDTF">2026-05-08T03:52:14Z</dcterms:created>
  <dcterms:modified xsi:type="dcterms:W3CDTF">2026-05-08T05:49:53Z</dcterms:modified>
</cp:coreProperties>
</file>