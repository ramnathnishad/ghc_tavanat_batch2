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77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541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81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159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49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074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30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06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52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2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8FAE6-9D8E-472A-93A9-297F03799E72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89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Role-Based Development</a:t>
            </a:r>
            <a:r>
              <a:rPr lang="en-IN" b="1" dirty="0" smtClean="0">
                <a:solidFill>
                  <a:srgbClr val="FF0000"/>
                </a:solidFill>
              </a:rPr>
              <a:t/>
            </a:r>
            <a:br>
              <a:rPr lang="en-IN" b="1" dirty="0" smtClean="0">
                <a:solidFill>
                  <a:srgbClr val="FF0000"/>
                </a:solidFill>
              </a:rPr>
            </a:br>
            <a:r>
              <a:rPr lang="en-IN" b="1" dirty="0" smtClean="0">
                <a:solidFill>
                  <a:srgbClr val="FF0000"/>
                </a:solidFill>
              </a:rPr>
              <a:t>BA → Developer → Tester Flow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5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How BA → Developer </a:t>
            </a:r>
            <a:r>
              <a:rPr lang="en-US" b="1" dirty="0" smtClean="0"/>
              <a:t>→ QA </a:t>
            </a:r>
            <a:r>
              <a:rPr lang="en-US" b="1" dirty="0" smtClean="0"/>
              <a:t>flow works with Copilot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9381"/>
            <a:ext cx="8229600" cy="4525963"/>
          </a:xfrm>
        </p:spPr>
        <p:txBody>
          <a:bodyPr/>
          <a:lstStyle/>
          <a:p>
            <a:r>
              <a:rPr lang="en-US" dirty="0" smtClean="0"/>
              <a:t>BA generates User Story (using Copilot)</a:t>
            </a:r>
          </a:p>
          <a:p>
            <a:r>
              <a:rPr lang="en-US" dirty="0" smtClean="0"/>
              <a:t>Developer consumes this User Story</a:t>
            </a:r>
          </a:p>
          <a:p>
            <a:r>
              <a:rPr lang="en-US" dirty="0" smtClean="0"/>
              <a:t>Testers Generate Test Cases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81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Note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Copilot does NOT automatically convert a user story into full source code end-to-end.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There is always a </a:t>
            </a:r>
            <a:r>
              <a:rPr lang="en-US" b="1" dirty="0" smtClean="0"/>
              <a:t>human-in-the-loop step</a:t>
            </a:r>
            <a:r>
              <a:rPr lang="en-US" dirty="0" smtClean="0"/>
              <a:t>, but the workflow can be made very fast and semi-automated.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903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BA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00B050"/>
                </a:solidFill>
              </a:rPr>
              <a:t>Example prompt:</a:t>
            </a:r>
            <a:endParaRPr lang="en-US" dirty="0" smtClean="0"/>
          </a:p>
          <a:p>
            <a:r>
              <a:rPr lang="en-US" dirty="0" smtClean="0"/>
              <a:t>“</a:t>
            </a:r>
            <a:r>
              <a:rPr lang="en-US" b="1" dirty="0" smtClean="0"/>
              <a:t>As a customer</a:t>
            </a:r>
            <a:r>
              <a:rPr lang="en-US" dirty="0" smtClean="0"/>
              <a:t>, </a:t>
            </a:r>
            <a:r>
              <a:rPr lang="en-US" b="1" dirty="0" smtClean="0"/>
              <a:t>I want </a:t>
            </a:r>
            <a:r>
              <a:rPr lang="en-US" dirty="0" smtClean="0"/>
              <a:t>to apply for a loan </a:t>
            </a:r>
            <a:r>
              <a:rPr lang="en-US" b="1" dirty="0" smtClean="0"/>
              <a:t>so that</a:t>
            </a:r>
            <a:r>
              <a:rPr lang="en-US" dirty="0" smtClean="0"/>
              <a:t> I can get financial assistance.”</a:t>
            </a:r>
          </a:p>
          <a:p>
            <a:pPr marL="0" indent="0">
              <a:buNone/>
            </a:pPr>
            <a:r>
              <a:rPr lang="en-US" dirty="0" smtClean="0"/>
              <a:t>Plus:</a:t>
            </a:r>
          </a:p>
          <a:p>
            <a:r>
              <a:rPr lang="en-US" dirty="0" smtClean="0"/>
              <a:t>Acceptance criteria </a:t>
            </a:r>
          </a:p>
          <a:p>
            <a:r>
              <a:rPr lang="en-US" dirty="0" smtClean="0"/>
              <a:t>Business rules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616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Developer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1. Manual Prompting (Most Common):</a:t>
            </a:r>
            <a:r>
              <a:rPr lang="en-US" dirty="0" smtClean="0"/>
              <a:t> This is </a:t>
            </a:r>
            <a:r>
              <a:rPr lang="en-US" b="1" dirty="0" smtClean="0"/>
              <a:t>today’s most widely used approach</a:t>
            </a:r>
            <a:endParaRPr lang="en-IN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 smtClean="0"/>
              <a:t>Developer reads the user story and writes a structured prompt.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i="1" dirty="0" smtClean="0">
                <a:solidFill>
                  <a:srgbClr val="00B050"/>
                </a:solidFill>
              </a:rPr>
              <a:t>Example prompt:</a:t>
            </a:r>
          </a:p>
          <a:p>
            <a:pPr marL="0" indent="0">
              <a:buNone/>
            </a:pPr>
            <a:r>
              <a:rPr lang="en-US" dirty="0" smtClean="0"/>
              <a:t>User Story:</a:t>
            </a:r>
          </a:p>
          <a:p>
            <a:r>
              <a:rPr lang="en-US" dirty="0" smtClean="0"/>
              <a:t>As a customer, I want to apply for a loan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Acceptance Criteria:</a:t>
            </a:r>
          </a:p>
          <a:p>
            <a:r>
              <a:rPr lang="en-US" dirty="0" smtClean="0"/>
              <a:t>- User can submit loan application</a:t>
            </a:r>
          </a:p>
          <a:p>
            <a:r>
              <a:rPr lang="en-US" dirty="0" smtClean="0"/>
              <a:t>- Validate income</a:t>
            </a:r>
          </a:p>
          <a:p>
            <a:r>
              <a:rPr lang="en-US" dirty="0" smtClean="0"/>
              <a:t>- Store in database</a:t>
            </a:r>
          </a:p>
          <a:p>
            <a:endParaRPr lang="en-US" dirty="0" smtClean="0"/>
          </a:p>
          <a:p>
            <a:r>
              <a:rPr lang="en-US" b="1" dirty="0" smtClean="0"/>
              <a:t>Generate ASP.NET Core Web API controller, service, and model for this.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8865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Developer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02060"/>
                </a:solidFill>
              </a:rPr>
              <a:t>2. Copy-Paste User Story → Direct Prompt (Faster)</a:t>
            </a:r>
          </a:p>
          <a:p>
            <a:pPr marL="0" indent="0">
              <a:buNone/>
            </a:pPr>
            <a:r>
              <a:rPr lang="en-US" dirty="0" smtClean="0"/>
              <a:t>Instead of rewriting, dev pastes user story directly:</a:t>
            </a:r>
          </a:p>
          <a:p>
            <a:pPr marL="0" indent="0">
              <a:buNone/>
            </a:pPr>
            <a:r>
              <a:rPr lang="en-US" b="1" i="1" dirty="0" smtClean="0">
                <a:solidFill>
                  <a:srgbClr val="0070C0"/>
                </a:solidFill>
              </a:rPr>
              <a:t>Convert this user story into ASP.NET Core Web API code with clean architecture:</a:t>
            </a:r>
          </a:p>
          <a:p>
            <a:pPr marL="0" indent="0">
              <a:buNone/>
            </a:pPr>
            <a:endParaRPr lang="en-US" b="1" i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i="1" dirty="0" smtClean="0">
                <a:solidFill>
                  <a:srgbClr val="0070C0"/>
                </a:solidFill>
              </a:rPr>
              <a:t>[PASTE USER STORY HERE]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sz="2600" dirty="0" smtClean="0">
                <a:solidFill>
                  <a:srgbClr val="7030A0"/>
                </a:solidFill>
              </a:rPr>
              <a:t>✔</a:t>
            </a:r>
            <a:r>
              <a:rPr lang="en-US" sz="2600" dirty="0" smtClean="0"/>
              <a:t> Faster, less thinking</a:t>
            </a:r>
            <a:br>
              <a:rPr lang="en-US" sz="2600" dirty="0" smtClean="0"/>
            </a:br>
            <a:r>
              <a:rPr lang="en-US" sz="2600" dirty="0" smtClean="0">
                <a:solidFill>
                  <a:srgbClr val="FF0000"/>
                </a:solidFill>
              </a:rPr>
              <a:t>❗</a:t>
            </a:r>
            <a:r>
              <a:rPr lang="en-US" sz="2600" dirty="0" smtClean="0"/>
              <a:t> Quality depends on how clear the story 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673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Developer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3. Agent-Based / Chat Mode (Modern </a:t>
            </a:r>
            <a:r>
              <a:rPr lang="en-IN" b="1" dirty="0" err="1" smtClean="0">
                <a:solidFill>
                  <a:srgbClr val="002060"/>
                </a:solidFill>
              </a:rPr>
              <a:t>Copilot</a:t>
            </a:r>
            <a:r>
              <a:rPr lang="en-IN" b="1" dirty="0" smtClean="0">
                <a:solidFill>
                  <a:srgbClr val="002060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 smtClean="0"/>
              <a:t>Using </a:t>
            </a:r>
            <a:r>
              <a:rPr lang="en-IN" dirty="0" err="1" smtClean="0"/>
              <a:t>Copilot</a:t>
            </a:r>
            <a:r>
              <a:rPr lang="en-IN" dirty="0" smtClean="0"/>
              <a:t> Chat / Agent mode:</a:t>
            </a:r>
          </a:p>
          <a:p>
            <a:pPr marL="0" indent="0">
              <a:buNone/>
            </a:pPr>
            <a:r>
              <a:rPr lang="en-IN" b="1" dirty="0" smtClean="0"/>
              <a:t>Developer says:</a:t>
            </a:r>
          </a:p>
          <a:p>
            <a:pPr marL="0" indent="0">
              <a:buNone/>
            </a:pPr>
            <a:r>
              <a:rPr lang="en-IN" dirty="0" smtClean="0"/>
              <a:t>	“Generate backend API for this user story”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Paste story → </a:t>
            </a:r>
            <a:r>
              <a:rPr lang="en-IN" b="1" dirty="0" err="1" smtClean="0"/>
              <a:t>Copilot</a:t>
            </a:r>
            <a:r>
              <a:rPr lang="en-IN" b="1" dirty="0" smtClean="0"/>
              <a:t>:</a:t>
            </a:r>
          </a:p>
          <a:p>
            <a:r>
              <a:rPr lang="en-IN" dirty="0" smtClean="0"/>
              <a:t>Breaks into tasks </a:t>
            </a:r>
          </a:p>
          <a:p>
            <a:r>
              <a:rPr lang="en-IN" dirty="0" smtClean="0"/>
              <a:t>Generates multiple files </a:t>
            </a:r>
          </a:p>
          <a:p>
            <a:r>
              <a:rPr lang="en-IN" dirty="0" smtClean="0"/>
              <a:t>Suggests folder structure 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This feels closer to “automatic conversion”</a:t>
            </a:r>
            <a:br>
              <a:rPr lang="en-IN" dirty="0" smtClean="0"/>
            </a:br>
            <a:r>
              <a:rPr lang="en-IN" dirty="0" smtClean="0"/>
              <a:t>BUT still:</a:t>
            </a:r>
          </a:p>
          <a:p>
            <a:r>
              <a:rPr lang="en-IN" dirty="0" smtClean="0"/>
              <a:t>Needs review </a:t>
            </a:r>
          </a:p>
          <a:p>
            <a:r>
              <a:rPr lang="en-IN" dirty="0" smtClean="0"/>
              <a:t>Needs refinement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566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Best Practice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Convert User Story → Technical Prompt</a:t>
            </a:r>
          </a:p>
          <a:p>
            <a:r>
              <a:rPr lang="en-US" dirty="0" smtClean="0"/>
              <a:t>Developers should enrich the story:</a:t>
            </a:r>
          </a:p>
          <a:p>
            <a:pPr marL="400050" lvl="1" indent="0">
              <a:buNone/>
            </a:pPr>
            <a:r>
              <a:rPr lang="en-US" b="1" dirty="0" smtClean="0"/>
              <a:t>Step 1: Extract technical details</a:t>
            </a:r>
          </a:p>
          <a:p>
            <a:pPr lvl="1"/>
            <a:r>
              <a:rPr lang="en-US" dirty="0" smtClean="0"/>
              <a:t>API type (REST) </a:t>
            </a:r>
          </a:p>
          <a:p>
            <a:pPr lvl="1"/>
            <a:r>
              <a:rPr lang="en-US" dirty="0" smtClean="0"/>
              <a:t>DB (SQL Server) </a:t>
            </a:r>
          </a:p>
          <a:p>
            <a:pPr lvl="1"/>
            <a:r>
              <a:rPr lang="en-US" dirty="0" smtClean="0"/>
              <a:t>Architecture (Clean / Layered) </a:t>
            </a:r>
          </a:p>
          <a:p>
            <a:pPr marL="400050" lvl="1" indent="0">
              <a:buNone/>
            </a:pPr>
            <a:r>
              <a:rPr lang="en-US" b="1" dirty="0" smtClean="0"/>
              <a:t>Step 2: Give structured prompt</a:t>
            </a:r>
          </a:p>
          <a:p>
            <a:pPr marL="400050" lvl="1" indent="0">
              <a:buNone/>
            </a:pPr>
            <a:r>
              <a:rPr lang="en-US" dirty="0" smtClean="0"/>
              <a:t>Create a .NET 8 Web API for Loan Application.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Requirements:</a:t>
            </a:r>
            <a:br>
              <a:rPr lang="en-US" dirty="0" smtClean="0"/>
            </a:br>
            <a:r>
              <a:rPr lang="en-US" dirty="0" smtClean="0"/>
              <a:t>- Endpoint: POST /loan/apply</a:t>
            </a:r>
            <a:br>
              <a:rPr lang="en-US" dirty="0" smtClean="0"/>
            </a:br>
            <a:r>
              <a:rPr lang="en-US" dirty="0" smtClean="0"/>
              <a:t>- Input: </a:t>
            </a:r>
            <a:r>
              <a:rPr lang="en-US" dirty="0" err="1" smtClean="0"/>
              <a:t>customerId</a:t>
            </a:r>
            <a:r>
              <a:rPr lang="en-US" dirty="0" smtClean="0"/>
              <a:t>, income, </a:t>
            </a:r>
            <a:r>
              <a:rPr lang="en-US" dirty="0" err="1" smtClean="0"/>
              <a:t>loanAmount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Validate income &gt; 20000</a:t>
            </a:r>
            <a:br>
              <a:rPr lang="en-US" dirty="0" smtClean="0"/>
            </a:br>
            <a:r>
              <a:rPr lang="en-US" dirty="0" smtClean="0"/>
              <a:t>- Save to SQL Server using EF Core</a:t>
            </a:r>
            <a:br>
              <a:rPr lang="en-US" dirty="0" smtClean="0"/>
            </a:br>
            <a:r>
              <a:rPr lang="en-US" dirty="0" smtClean="0"/>
              <a:t>- Use clean architecture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👉 This gives </a:t>
            </a:r>
            <a:r>
              <a:rPr lang="en-US" b="1" dirty="0" smtClean="0"/>
              <a:t>much better output than raw user story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2060"/>
                </a:solidFill>
              </a:rPr>
              <a:t>Comparison:</a:t>
            </a:r>
          </a:p>
          <a:p>
            <a:pPr marL="0" indent="0">
              <a:buNone/>
            </a:pPr>
            <a:r>
              <a:rPr lang="en-US" sz="2800" b="1" dirty="0" smtClean="0"/>
              <a:t>❌ Raw User Story Prompt</a:t>
            </a:r>
          </a:p>
          <a:p>
            <a:pPr lvl="1"/>
            <a:r>
              <a:rPr lang="en-US" dirty="0" smtClean="0"/>
              <a:t>Average code</a:t>
            </a:r>
          </a:p>
          <a:p>
            <a:pPr marL="0" indent="0">
              <a:buNone/>
            </a:pPr>
            <a:r>
              <a:rPr lang="en-US" sz="2800" b="1" dirty="0" smtClean="0"/>
              <a:t>✅ Structured Technical Prompt</a:t>
            </a:r>
          </a:p>
          <a:p>
            <a:pPr lvl="1"/>
            <a:r>
              <a:rPr lang="en-US" dirty="0" smtClean="0"/>
              <a:t>Production-like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04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(End-to-End Automation Style)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/>
              <a:t>You can simulate automation like this:</a:t>
            </a:r>
          </a:p>
          <a:p>
            <a:r>
              <a:rPr lang="en-IN" b="1" dirty="0" smtClean="0"/>
              <a:t>BA</a:t>
            </a:r>
            <a:r>
              <a:rPr lang="en-IN" dirty="0" smtClean="0"/>
              <a:t> → generates story </a:t>
            </a:r>
          </a:p>
          <a:p>
            <a:r>
              <a:rPr lang="en-IN" b="1" dirty="0" smtClean="0"/>
              <a:t>Dev</a:t>
            </a:r>
            <a:r>
              <a:rPr lang="en-IN" dirty="0" smtClean="0"/>
              <a:t> → pastes into </a:t>
            </a:r>
            <a:r>
              <a:rPr lang="en-IN" dirty="0" err="1" smtClean="0"/>
              <a:t>Copilot</a:t>
            </a:r>
            <a:r>
              <a:rPr lang="en-IN" dirty="0" smtClean="0"/>
              <a:t> Chat </a:t>
            </a:r>
          </a:p>
          <a:p>
            <a:r>
              <a:rPr lang="en-IN" dirty="0" smtClean="0"/>
              <a:t>Ask: </a:t>
            </a:r>
          </a:p>
          <a:p>
            <a:pPr lvl="1"/>
            <a:r>
              <a:rPr lang="en-IN" dirty="0" smtClean="0"/>
              <a:t>“Break this into API tasks” </a:t>
            </a:r>
          </a:p>
          <a:p>
            <a:pPr lvl="1"/>
            <a:r>
              <a:rPr lang="en-IN" dirty="0" smtClean="0"/>
              <a:t>“Generate models” </a:t>
            </a:r>
          </a:p>
          <a:p>
            <a:pPr lvl="1"/>
            <a:r>
              <a:rPr lang="en-IN" dirty="0" smtClean="0"/>
              <a:t>“Generate controller” </a:t>
            </a:r>
          </a:p>
          <a:p>
            <a:r>
              <a:rPr lang="en-IN" dirty="0" smtClean="0"/>
              <a:t>Iteratively build system </a:t>
            </a:r>
          </a:p>
          <a:p>
            <a:pPr marL="0" indent="0">
              <a:buNone/>
            </a:pPr>
            <a:r>
              <a:rPr lang="en-IN" dirty="0" smtClean="0"/>
              <a:t>This mimics real SDLC with 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8211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Final Answer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 story is </a:t>
            </a:r>
            <a:r>
              <a:rPr lang="en-US" b="1" dirty="0" smtClean="0"/>
              <a:t>NOT auto-converted into code automatically</a:t>
            </a:r>
            <a:endParaRPr lang="en-US" dirty="0"/>
          </a:p>
          <a:p>
            <a:r>
              <a:rPr lang="en-US" dirty="0" smtClean="0"/>
              <a:t>But with Copilot Chat/Agent → it feels semi-automatic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886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FINAL STATEMENT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28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“Copilot does not replace Business Analysts, Developers, or Testers…</a:t>
            </a:r>
            <a:br>
              <a:rPr lang="en-US" dirty="0" smtClean="0"/>
            </a:br>
            <a:r>
              <a:rPr lang="en-US" dirty="0" smtClean="0"/>
              <a:t>It </a:t>
            </a:r>
            <a:r>
              <a:rPr lang="en-US" b="1" dirty="0" smtClean="0"/>
              <a:t>amplifies each role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The real skill is not coding anymore —</a:t>
            </a:r>
            <a:br>
              <a:rPr lang="en-US" dirty="0" smtClean="0"/>
            </a:br>
            <a:r>
              <a:rPr lang="en-US" dirty="0" smtClean="0"/>
              <a:t>it is </a:t>
            </a:r>
            <a:r>
              <a:rPr lang="en-US" b="1" dirty="0" smtClean="0"/>
              <a:t>thinking clearly and prompting correctly</a:t>
            </a:r>
            <a:r>
              <a:rPr lang="en-US" dirty="0" smtClean="0"/>
              <a:t>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3445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Demo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End-to-End Copilot Demo: BA → Developer → Tester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883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375</Words>
  <Application>Microsoft Office PowerPoint</Application>
  <PresentationFormat>On-screen Show (4:3)</PresentationFormat>
  <Paragraphs>83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Role-Based Development BA → Developer → Tester Flow</vt:lpstr>
      <vt:lpstr>How BA → Developer → QA flow works with Copilot</vt:lpstr>
      <vt:lpstr>Note</vt:lpstr>
      <vt:lpstr>BA</vt:lpstr>
      <vt:lpstr>Developer</vt:lpstr>
      <vt:lpstr>Developer</vt:lpstr>
      <vt:lpstr>Developer</vt:lpstr>
      <vt:lpstr>Best Practice</vt:lpstr>
      <vt:lpstr>PowerPoint Presentation</vt:lpstr>
      <vt:lpstr>(End-to-End Automation Style)</vt:lpstr>
      <vt:lpstr>Final Answer</vt:lpstr>
      <vt:lpstr>FINAL STATEMENT</vt:lpstr>
      <vt:lpstr>Demo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-Capstone Project- Loan Originating Application</dc:title>
  <dc:creator>Ramnath Nishad</dc:creator>
  <cp:lastModifiedBy>Ramnath Nishad</cp:lastModifiedBy>
  <cp:revision>12</cp:revision>
  <dcterms:created xsi:type="dcterms:W3CDTF">2026-05-05T20:27:18Z</dcterms:created>
  <dcterms:modified xsi:type="dcterms:W3CDTF">2026-05-05T21:07:34Z</dcterms:modified>
</cp:coreProperties>
</file>